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real</a:t>
            </a:r>
            <a:r>
              <a:rPr/>
              <a:t> document.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2026-08-04T01:40:32Z</dcterms:created>
  <dcterms:modified xsi:type="dcterms:W3CDTF">2026-08-04T01:40:32Z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